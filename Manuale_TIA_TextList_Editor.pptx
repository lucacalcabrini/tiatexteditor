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⚙️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 Portal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List Editor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Manuale Utente — Guida completa all'utilizzo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7490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749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Multilingua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04288" y="37490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3749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Offline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41648" y="37490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3749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No-Install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79008" y="37490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3749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TIA Portal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Strumento web per la gestione e traduzione delle Text List esportate da Siemens TIA Portal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Sommario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011680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83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1.  Introduzione &amp; Requisiti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2.  Caricamento del File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25511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3.  Selezione degli Elenchi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9352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4.  Editor Gruppi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33192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5.  Filtro Lingue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3703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6.  Vista Comparativa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4087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7.  Esportazione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4714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8.  Flusso di Lavoro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Cosa imparerai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5532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0584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0058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13632" y="100584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Caricare file Excel esportati da TIA Portal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1773936"/>
            <a:ext cx="5532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773936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177393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13632" y="177393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Navigare e filtrare le Text List per gruppo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542032"/>
            <a:ext cx="5532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542032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254203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13632" y="254203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Modificare testi in 4 lingue contemporaneamente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6120" y="3310128"/>
            <a:ext cx="5532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3310128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331012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913632" y="331012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Confrontare più elenchi affiancati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46120" y="4078224"/>
            <a:ext cx="5532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4078224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407822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13632" y="407822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Esportare il file modificato pronto per TIA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98424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— INTRODUZIONE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Cos'è il TIA Portal Text List Editor?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Uno strumento web (singolo file HTML) per gestire e tradurre le Text List esportate da Siemens TIA Portal. Non richiede installazione: si apre direttamente nel browser.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74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Multilingua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700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Italiano · Inglese US · Inglese GB · Tedesco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874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23591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Offline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6700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Nessun server. Nessun dato inviato in rete.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874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23591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Immediato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6700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Apri il file HTML nel browser e sei operativo.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3337560"/>
            <a:ext cx="9144000" cy="18059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56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✅  Requisiti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Browser moderno: Chrome, Firefox, Edge, Safari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15137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File Excel (.xlsx / .xls) esportato da TIA Portal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4622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Il file deve contenere i fogli: TextList e TextListEntry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883664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CARICAMENTO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Caricare il File Excel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20624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4206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📂  Metodo 1 — Clic sul pulsante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" y="1783080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Apri il file HTML nel browser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2313432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313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33272" y="2313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Fai clic su  📂 Carica Export.xlsx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2843784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843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" y="28437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Seleziona il file dalla finestra di dialogo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4206240" cy="23774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143000"/>
            <a:ext cx="42062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261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🖱️  Metodo 2 — Drag &amp; Drop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47488" y="1783080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68112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Apri il file HTML nel browser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47488" y="2313432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2313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68112" y="2313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Trascina il file .xlsx dalla cartella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47488" y="2843784"/>
            <a:ext cx="320040" cy="3200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843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28437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Rilascialo sulla zona di caricamento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3639312"/>
            <a:ext cx="9144000" cy="15041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⚠️  Struttura file richiesta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Il file deve contenere obbligatoriamente due fogli Excel: 'TextList' (metadati degli elenchi) e 'TextListEntry' (voci e testi). Se uno dei due è assente, l'applicazione mostrerà un messaggio di errore.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487168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— SELEZIONE ELENCHI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Selezionare gli Elenchi da Aprire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Dopo il caricamento si apre la schermata di selezione. Qui puoi scegliere quali Text List includere nella sessione di lavoro.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502920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📑  Seleziona gli elenchi da caricare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03120"/>
            <a:ext cx="47548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03120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10312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Z2000_Stato_1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0" y="210312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voci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596896"/>
            <a:ext cx="47548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96896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59689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Z2000_Allarmi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0" y="2596896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voci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090672"/>
            <a:ext cx="47548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9067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309067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Z2000_Modo_1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06240" y="30906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voci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84448"/>
            <a:ext cx="47548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584448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☑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58444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Z2000_Modo_2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0" y="3584448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voci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4078224"/>
            <a:ext cx="47548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078224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0782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Z2000_Errori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40782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voci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0" y="468172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Apri editor gruppi 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0" y="1508760"/>
            <a:ext cx="3108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42432" y="150876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36208" y="150876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Campo 'Filtra elenchi…' per cercare per nome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2368296"/>
            <a:ext cx="3108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42432" y="2368296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☑️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36208" y="2368296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'Seleziona tutto' / 'Deseleziona tutto' con un clic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0" y="3227832"/>
            <a:ext cx="3108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42432" y="322783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36208" y="322783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Ogni riga mostra il numero di voci dell'elenco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4087368"/>
            <a:ext cx="3108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742432" y="408736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▶️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36208" y="408736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'Apri editor gruppi' per confermare la selezione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084832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EDITOR GRUPPI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L'Editor Gruppi — Interfaccia Principale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832104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 TIA Text Editor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188720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1887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📊 Vista insieme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464808" y="1188720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1887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📑 Seleziona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534656" y="1188720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34656" y="11887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💾 Esporta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83280" y="1197864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197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0" y="1197864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197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97680" y="1197864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197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1197864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97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1572768"/>
            <a:ext cx="16916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6276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Gruppi (5)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" y="1920240"/>
            <a:ext cx="15544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1920240"/>
            <a:ext cx="64008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192024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Stato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" y="2459736"/>
            <a:ext cx="15544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45973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Allarmi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" y="2999232"/>
            <a:ext cx="15544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299923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Modo ×2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" y="3538728"/>
            <a:ext cx="15544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53872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Errori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" y="4078224"/>
            <a:ext cx="15544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407822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Ricette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176272" y="1572768"/>
            <a:ext cx="655624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3172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📋  Stato — 8 valori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76272" y="1947672"/>
            <a:ext cx="6556248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7712" y="1947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Valore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90672" y="1947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IT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97680" y="1947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86400" y="1947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GB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675120" y="19476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176272" y="2240280"/>
            <a:ext cx="65562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67712" y="2240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090672" y="2240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0" y="2240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0" y="2240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75120" y="2240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76272" y="2624328"/>
            <a:ext cx="65562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67712" y="2624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090672" y="2624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97680" y="2624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0" y="2624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75120" y="2624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176272" y="3008376"/>
            <a:ext cx="65562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67712" y="30083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090672" y="30083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corsa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251960" y="3044952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30083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86400" y="30083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675120" y="30083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176272" y="3392424"/>
            <a:ext cx="65562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67712" y="33924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090672" y="33924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Arresto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297680" y="33924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86400" y="33924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675120" y="33924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223760" y="2907792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23760" y="29077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✏️ Editing attivo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563EB"/>
                </a:solidFill>
              </a:rPr>
              <a:t>💡  Clic su una cella → campo di input attivo. Invio per confermare · Esc per annullare.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81328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EDITING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Come Modificare un Testo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251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" y="138988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6152" y="138988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👆  Clic sulla cella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" y="18745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cella si trasforma in un campo di input con bordo colorato in base alla lingua.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18888" y="1188720"/>
            <a:ext cx="4251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0056" y="138988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0056" y="1389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23560" y="138988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⌨️  Digita il nuovo testo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0056" y="18745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Scrivi il testo aggiornato. Il testo originale viene mantenuto fino alla conferma.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52928"/>
            <a:ext cx="4251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" y="305409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16152" y="305409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↵  Premi Invio per confermare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" y="353872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modifica viene registrata e il contatore 'N modifiche' si incrementa.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18888" y="2852928"/>
            <a:ext cx="4251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0056" y="305409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0056" y="3054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305409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⎋  Esc per annullare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0056" y="353872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Premi Escape per ripristinare il valore originale senza salvare.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17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⚠️  Le modifiche non sono annullabili una volta confermate. Il contatore arancione in alto indica quante modifiche sono state fatte. Per ricominciare, ricarica il file originale.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380744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— LINGUE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Filtro Lingue — Attiva/Disattiva Colonne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417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IT — Italiano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it-IT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✅ Attiva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11887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88720"/>
            <a:ext cx="19202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417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51760" y="19933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EN — Inglese (USA)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304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en-US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2606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✅ Attiva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188720"/>
            <a:ext cx="192024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188720"/>
            <a:ext cx="192024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417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19933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GB — Inglese (UK)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304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en-GB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606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⬜ Disattiva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118872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1887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141732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417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19933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 — Tedesco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2304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de-DE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2606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✅ Attiva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3429000"/>
            <a:ext cx="9144000" cy="17145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Come funziona il filtro lingua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Ogni bottone lingua nella barra superiore attiva/disattiva le colonne corrispondenti nella tabella.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Il bottone colorato = lingua attiva. Il bottone opaco/grigio = lingua nascosta.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Non è possibile disattivare tutte le lingue: almeno una deve rimanere visibile.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7914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Il filtro è sincronizzato tra l'Editor Gruppi e la Vista Comparativa.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487168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 — VISTA COMPARATIVA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Vista Comparativa — Elenchi Affiancati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1945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21945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 Elenchi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581912"/>
            <a:ext cx="201168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819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☑  Stato_1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093976"/>
            <a:ext cx="201168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9397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☑  Stato_2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2011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0604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☐  Modo_1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118104"/>
            <a:ext cx="2011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1810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☐  Modo_2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630168"/>
            <a:ext cx="2011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3016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☐  Allarmi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97480" y="1097280"/>
            <a:ext cx="6035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1097280"/>
            <a:ext cx="6035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109728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Visualizzazione insieme: 2 elenchi · 6 valori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1481328"/>
            <a:ext cx="60350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4813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Valore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93008" y="14813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Stato_1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44768" y="1572768"/>
            <a:ext cx="18288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14813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Stato_2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93008" y="19385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IT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18888" y="19385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EN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44768" y="19385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IT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70648" y="193852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EN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97480" y="2231136"/>
            <a:ext cx="6035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231136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93008" y="2231136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Spento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2231136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Off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44768" y="2231136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Fermato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70648" y="2231136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Stopped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97480" y="2670048"/>
            <a:ext cx="603504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267004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93008" y="2670048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Avvio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18888" y="2670048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Start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44768" y="2670048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Avvio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70648" y="2670048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Start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97480" y="3108960"/>
            <a:ext cx="6035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0" y="3108960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93008" y="31089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 corsa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18888" y="31089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Running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44768" y="31089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Operativo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70648" y="310896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Running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</a:rPr>
              <a:t>💡  Le modifiche nella Vista Comparativa sono equivalenti a quelle dell'Editor. Accedi da: pulsante 📊 Vista insieme nella topbar.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984248" cy="256032"/>
          </a:xfrm>
          <a:prstGeom prst="roundRect">
            <a:avLst>
              <a:gd name="adj" fmla="val 17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 — ESPORTAZIONE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Esportare il File Modificato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118872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188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💾  Scarica Export_modified.xlsx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Disponibile in entrambe le viste: Editor Gruppi e Vista Comparativa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4224528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87168"/>
            <a:ext cx="422452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968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📄  Foglio: TextList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992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Contiene i metadati di ogni Text List: nome, intervallo e commenti per lingua.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2487168"/>
            <a:ext cx="4224528" cy="15544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2487168"/>
            <a:ext cx="422452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5968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📋  Foglio: TextListEntry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9992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Contiene tutte le voci con valore numerico, testi per lingua e informazioni accessorie.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519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⚠️  Compatibilità TIA Portal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44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Il formato del file è compatibile con l'importazione in TIA Portal. Verificare sempre il risultato nell'ambiente TIA dopo l'importazione.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386584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 — FLUSSO DI LAVORO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Flusso di Lavoro Consigliato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70432" y="1298448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Esporta da TIA Portal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4872" y="1975104"/>
            <a:ext cx="18288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1170432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6704" y="129844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1792224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79192" y="2249424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Apri il file HTML nel browser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81144" y="1975104"/>
            <a:ext cx="18288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64024" y="1170432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22976" y="129844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297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4024" y="1792224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55464" y="2249424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Carica il file .xlsx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57416" y="1975104"/>
            <a:ext cx="18288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0296" y="1170432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99248" y="129844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0296" y="1792224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☑️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31736" y="2249424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Seleziona gli elenchi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090672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70432" y="321868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3712464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02920" y="4169664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Modifica i testi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04872" y="3895344"/>
            <a:ext cx="18288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87752" y="3090672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46704" y="3218688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46704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87752" y="3712464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679192" y="4169664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Scarica Export_modified.xlsx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81144" y="3895344"/>
            <a:ext cx="18288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64024" y="3090672"/>
            <a:ext cx="19933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22976" y="3218688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22976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64024" y="3712464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855464" y="4169664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Importa in TIA Portal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✅  Puoi tornare alla selezione elenchi in qualsiasi momento tramite il pulsante '📑 Seleziona elenchi' nella barra superiore.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RISOLUZIONE PROBLEMI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Problemi Comuni e Soluzioni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6400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9786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❓ Errore 'Foglio TextList non trovato'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4533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Il file non è nel formato corretto. Usare l'export diretto da TIA Portal (.xlsx con fogli TextList e TextListEntry).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103120"/>
            <a:ext cx="6400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5798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❓ Le modifiche non appaiono nell'export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50545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Verificare che il contatore modifiche (badge arancione) sia &gt; 0. Confermare le modifiche con Invio o clic fuori dalla cella.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63240"/>
            <a:ext cx="6400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1810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❓ Non vedo tutte le lingue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46557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Controllare i bottoni lingua nella topbar: i bottoni opachi indicano lingue disattivate. Fare clic per riattivarle.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023360"/>
            <a:ext cx="83210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4023360"/>
            <a:ext cx="6400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7822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❓ Un gruppo non mostra voci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42569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L'elenco potrebbe essere vuoto nel file sorgente oppure non è stato incluso nella selezione iniziale.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⚙️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Sei pronto ad usare il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TIA Portal Text List Editor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10896" y="301752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Carica .xlsx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48256" y="301752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Seleziona elenchi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85616" y="301752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Modifica testi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22976" y="301752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Vista comparativa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60336" y="3017520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2563EB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0336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Esporta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Apri il file HTML nel browser · Carica il tuo Export.xlsx · Inizia a lavorare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TIA Portal Text List Editor — Manuale Utente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TIA Portal Text List Editor — Manuale Utente</dc:title>
  <dc:subject>PptxGenJS Presentation</dc:subject>
  <dc:creator>PptxGenJS</dc:creator>
  <cp:lastModifiedBy>PptxGenJS</cp:lastModifiedBy>
  <cp:revision>1</cp:revision>
  <dcterms:created xsi:type="dcterms:W3CDTF">2026-03-13T13:07:29Z</dcterms:created>
  <dcterms:modified xsi:type="dcterms:W3CDTF">2026-03-13T13:07:29Z</dcterms:modified>
</cp:coreProperties>
</file>